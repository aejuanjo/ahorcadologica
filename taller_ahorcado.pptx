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5889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943600" y="457200"/>
            <a:ext cx="2926080" cy="4114800"/>
          </a:xfrm>
          <a:prstGeom prst="rect">
            <a:avLst/>
          </a:prstGeom>
          <a:solidFill>
            <a:srgbClr val="0D1117"/>
          </a:solidFill>
          <a:ln w="19050">
            <a:solidFill>
              <a:srgbClr val="F0C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717323" y="1295634"/>
            <a:ext cx="2651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┌─────┐
 │     │
</a:t>
            </a: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O
 │    /|\
 │    / \
</a:t>
            </a:r>
            <a:r>
              <a:rPr lang="en-US" sz="18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
─┴─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0C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TALLER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AHORCADO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 en Java con categorías y CSV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2286000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José Alzate Escudero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9136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Pablo Velez Lopera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 del Taller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0C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64008" cy="155448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Lenguaje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el clásico juego del Ahorcado en Java.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0C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64008" cy="155448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89204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Archivos CSV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57276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palabras desde un archivo externo usando BufferedReader.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0C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64008" cy="155448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02920" y="29443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Categorías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palabras en: Animales, Países, Tecnología, Colombia, Programación.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148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0C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64008" cy="155448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892040" y="29443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Buenas Prácticas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33101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Practicar cadenas de texto, métodos y separación de responsabilidades.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4008" cy="65836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Main.java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1097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Punto de entrada y menú principal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64008" cy="65836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40080" y="18562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Juego.java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18562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Lógica: intentos, estado, resultado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64008" cy="65836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40080" y="26151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CargadorCSV.java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261518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Lee el CSV y devuelve la lista de palabras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82696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57200" y="3282696"/>
            <a:ext cx="64008" cy="65836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40080" y="33741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ConsoleInput.java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33741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Lee datos del usuario por consola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57200" y="4041648"/>
            <a:ext cx="64008" cy="6583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40080" y="41330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palabras.csv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0" y="41330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Archivo de datos con las palabras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CSV y Categorías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0" cy="2651760"/>
          </a:xfrm>
          <a:prstGeom prst="rect">
            <a:avLst/>
          </a:prstGeom>
          <a:solidFill>
            <a:srgbClr val="0D1117"/>
          </a:solidFill>
          <a:ln w="1905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del archivo palabras.csv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categoria,palabra,pista
</a:t>
            </a: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ANIMALES,elefante,mamifero grande
ANIMALES,leon,animal del sabana
</a:t>
            </a: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PAISES,colombia,pais suramericano
</a:t>
            </a:r>
            <a:r>
              <a:rPr lang="en-US" sz="11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TECNOLOGIA,computador,procesa datos
</a:t>
            </a:r>
            <a:r>
              <a:rPr lang="en-US" sz="11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PROGRAMACION,variable,espacio en mem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77840" y="960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obligatorias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7784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10 palabras cada una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1691640"/>
            <a:ext cx="320040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577840" y="1691640"/>
            <a:ext cx="64008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715000" y="17282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2093976"/>
            <a:ext cx="320040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5577840" y="2093976"/>
            <a:ext cx="64008" cy="31089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715000" y="21305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TECNOLOGIA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77840" y="2496312"/>
            <a:ext cx="320040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5577840" y="2496312"/>
            <a:ext cx="64008" cy="31089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715000" y="25328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77840" y="2898648"/>
            <a:ext cx="320040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5577840" y="2898648"/>
            <a:ext cx="64008" cy="310896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715000" y="29352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COLOMBIA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77840" y="3300984"/>
            <a:ext cx="320040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5577840" y="3300984"/>
            <a:ext cx="64008" cy="310896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715000" y="33375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PROGRAMACION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Flujo del Juego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57200" cy="457200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0424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categoría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075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selecciona una categoría del menú principal.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84124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7200" y="18470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7922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 aleatoria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0574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elige una palabra al azar de esa categoría.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487168"/>
            <a:ext cx="84124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457200" cy="4572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57200" y="2596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542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guiones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8072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muestra la palabra oculta: _ e c _ e _ 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84124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57200" y="3328416"/>
            <a:ext cx="457200" cy="457200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57200" y="3346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291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Adivinar letras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55701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jugador ingresa letras una por una intentando completarla.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986784"/>
            <a:ext cx="84124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57200" y="4078224"/>
            <a:ext cx="457200" cy="45720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57200" y="4096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40416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43068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si completa la palabra antes de agotar los intentos.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Lectura del CSV en Java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212080" cy="3566160"/>
          </a:xfrm>
          <a:prstGeom prst="rect">
            <a:avLst/>
          </a:prstGeom>
          <a:solidFill>
            <a:srgbClr val="0D1117"/>
          </a:solidFill>
          <a:ln w="1905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CargadorCSV.java → cargarPalabras()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BufferedReader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br = </a:t>
            </a: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BufferedReader(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FileReader(</a:t>
            </a: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"palabras.csv"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
</a:t>
            </a:r>
            <a:r>
              <a:rPr lang="en-US" sz="12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linea = br.readLine();
</a:t>
            </a: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((linea = br.readLine()) != </a:t>
            </a: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
</a:t>
            </a:r>
            <a:r>
              <a:rPr lang="en-US" sz="12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partes = linea.</a:t>
            </a: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(",");
  lista.</a:t>
            </a: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(new </a:t>
            </a:r>
            <a:r>
              <a:rPr lang="en-US" sz="12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Palabra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partes[0], partes[1], partes[2]));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1051560"/>
            <a:ext cx="31089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852160" y="1124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BufferedReader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archivo línea por línea eficientemente.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2194560"/>
            <a:ext cx="31089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852160" y="2267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String.split()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52160" y="2606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cada línea por coma para extraer los campos.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3337560"/>
            <a:ext cx="31089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852160" y="3410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IOException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3749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maneja con try-catch para evitar cierres inesperados.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C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Teoría: Strings y Funciones (1/3)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4008" cy="17373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String en Java y cómo se diferencia de un char[]?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clase inmutable de Java que representa una secuencia de caracteres. A diferencia de </a:t>
            </a: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char[]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(arreglo primitivo), un String ofrece métodos integrados (</a:t>
            </a:r>
            <a:r>
              <a:rPr lang="en-US" sz="13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split, length, charAt...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manejo automático de memoria y puede compararse con </a:t>
            </a:r>
            <a:r>
              <a:rPr lang="en-US" sz="13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.equals()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Los char[] son mutables pero más difíciles de manejar.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841248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64008" cy="19202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48640" y="2953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métodos de String usaron en el taller?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36499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split(","): 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 la línea del CSV por comas → [categoria, palabra, pista]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336499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toLowerCase(): 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Normaliza la letra ingresada para comparación sin distinción de mayúsculas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charAt(i): 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Accede al carácter en posición i para verificar si la letra adivinada coincide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8404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length(): 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Obtiene el total de caracteres de la palabra para construir los guiones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C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Teoría: Strings y Funciones (2/3)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4008" cy="18288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método en Java? ¿void vs tipo de retorno?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método es un bloque de código reutilizable dentro de una clase. </a:t>
            </a: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indica que el método no devuelve ningún valor (ej: mostrarTablero()). Un método con tipo de retorno (ej: </a:t>
            </a: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verificarLetra()) devuelve un dato que puede usarse en otras partes del programa.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41148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02920" y="299923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mostrarTablero()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no retorna nada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System.out.println(guiones);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926080"/>
            <a:ext cx="41148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800600" y="299923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verificarLetra(</a:t>
            </a:r>
            <a:r>
              <a:rPr lang="en-US" sz="11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retorna true o false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palabra.indexOf(c) &gt;= 0;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4023360"/>
            <a:ext cx="8412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65760" y="4023360"/>
            <a:ext cx="64008" cy="77724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48640" y="40690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paso por valor en Java y cómo afecta a los arreglos?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416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Java los primitivos (int, char) se pasan por valor — la copia no afecta el original. Los arreglos (char[], String[]) se pasan por referencia: modificar el arreglo dentro del método sí afecta el original.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C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Teoría: Strings y Funciones (3/3)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68096"/>
            <a:ext cx="841248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768799"/>
            <a:ext cx="64008" cy="1554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48640" y="85725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StringBuilder y cómo se diferencia de un arreglo normal?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1268" y="1120140"/>
            <a:ext cx="804672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StringBuilder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clase mutable para construir cadenas de texto sin crear nuevos objetos en cada concatenación. A diferencia de </a:t>
            </a:r>
            <a:r>
              <a:rPr lang="en-US" sz="12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String[]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(arreglo de cadenas), StringBuilder acumula caracteres con </a:t>
            </a:r>
            <a:r>
              <a:rPr lang="en-US" sz="12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.append()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es ideal para construir el tablero de guiones dinámicamente.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1891" y="2335237"/>
            <a:ext cx="841248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69629" y="2327148"/>
            <a:ext cx="64008" cy="1417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48640" y="2453933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sobrecarga de métodos? ¿Pudieron usarla? Dé un ejemplo.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1268" y="2706624"/>
            <a:ext cx="80467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mismo nombre de método con distintos parámetros. Ej: </a:t>
            </a:r>
            <a:r>
              <a:rPr lang="en-US" sz="12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cargarPalabras()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r>
              <a:rPr lang="en-US" sz="12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cargarPalabras(String categoria)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En el taller podría usarse para filtrar por categoría o cargar desde distintas fuentes.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1891" y="3741303"/>
            <a:ext cx="841248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F0C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13" name="Shape 11"/>
          <p:cNvSpPr/>
          <p:nvPr/>
        </p:nvSpPr>
        <p:spPr>
          <a:xfrm>
            <a:off x="372794" y="3734621"/>
            <a:ext cx="64008" cy="128016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48640" y="37444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Math.random() y cómo la usaron para seleccionar palabras?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8501" y="4119372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Math.random()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 un double en [0.0, 1.0). Para seleccionar una palabra: </a:t>
            </a:r>
            <a:r>
              <a:rPr lang="en-US" sz="12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idx = (int)(Math.random() * lista.size())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obtiene un índice aleatorio válido de la lista filtrada por categoría.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Nuestro Equipo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6576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783080" y="1234440"/>
            <a:ext cx="1371600" cy="1371600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783080" y="1261872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👤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José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Alzate Escudero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3840480" cy="36576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6080760" y="1234440"/>
            <a:ext cx="1371600" cy="1371600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080760" y="1261872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👤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983480" y="26517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Pablo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Velez Lopera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3200400" cy="41148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2834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┌─────┐
 │     │
</a:t>
            </a: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O
 │    /|\
 │    / \
</a:t>
            </a:r>
            <a:r>
              <a:rPr lang="en-US" sz="22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
─┴─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0" y="7315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0C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¡Gracias!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840480" y="1828800"/>
            <a:ext cx="49377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931920" y="19019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H O R C A D 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0" y="2651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Repositorio: taller_ahorcado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3154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5 categorías con 10+ palabras c/u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3657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3 clases principales + ConsoleInput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4160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Commits individuales por integrante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999</Words>
  <Application>Microsoft Office PowerPoint</Application>
  <PresentationFormat>Presentación en pantalla (16:9)</PresentationFormat>
  <Paragraphs>119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Ahorcado</dc:title>
  <dc:subject>PptxGenJS Presentation</dc:subject>
  <dc:creator>PptxGenJS</dc:creator>
  <cp:lastModifiedBy>Juan Jose Alzate Escudero</cp:lastModifiedBy>
  <cp:revision>2</cp:revision>
  <dcterms:created xsi:type="dcterms:W3CDTF">2026-05-04T23:13:27Z</dcterms:created>
  <dcterms:modified xsi:type="dcterms:W3CDTF">2026-05-04T23:18:01Z</dcterms:modified>
</cp:coreProperties>
</file>